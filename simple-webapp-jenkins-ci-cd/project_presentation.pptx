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Production-ready automation with post-deploy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a diagram later with boxes and arrows.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Jenkins user added to docker group; restarted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Jenkins CI/CD for a Static Web App — Case Study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End-to-end CI/CD with Docker deployment | Punith C | Nov 13,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Goal: Automate build → test → deploy for a static site</a:t>
            </a:r>
          </a:p>
          <a:p>
            <a:pPr>
              <a:defRPr sz="2000"/>
            </a:pPr>
            <a:r>
              <a:t>Pipeline: Checkout, Build, Test, Deploy (4/4 green)</a:t>
            </a:r>
          </a:p>
          <a:p>
            <a:pPr>
              <a:defRPr sz="2000"/>
            </a:pPr>
            <a:r>
              <a:t>Deployment: Docker (nginx) on port 8090</a:t>
            </a:r>
          </a:p>
          <a:p>
            <a:pPr>
              <a:defRPr sz="2000"/>
            </a:pPr>
            <a:r>
              <a:t>Result: 100% success; ~15s from commit to running app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Build a CI/CD pipeline for a static website (HTML/CSS/JS)</a:t>
            </a:r>
          </a:p>
          <a:p>
            <a:pPr>
              <a:defRPr sz="2000"/>
            </a:pPr>
            <a:r>
              <a:t>Automated validation and reliable deployment</a:t>
            </a:r>
          </a:p>
          <a:p>
            <a:pPr>
              <a:defRPr sz="2000"/>
            </a:pPr>
            <a:r>
              <a:t>Use Jenkins Declarative Pipeline</a:t>
            </a:r>
          </a:p>
          <a:p>
            <a:pPr>
              <a:defRPr sz="2000"/>
            </a:pPr>
            <a:r>
              <a:t>Prefer Docker for reproducibility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Flow: Developer (GitHub) → Jenkins → Docker Image → Nginx Container → Browser</a:t>
            </a:r>
          </a:p>
          <a:p>
            <a:pPr>
              <a:defRPr sz="2000"/>
            </a:pPr>
            <a:r>
              <a:t>Environment: Windows host + WSL2 Ubuntu agent</a:t>
            </a:r>
          </a:p>
          <a:p>
            <a:pPr>
              <a:defRPr sz="2000"/>
            </a:pPr>
            <a:r>
              <a:t>Base image: nginx:alpine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HTML5, CSS3, JavaScript</a:t>
            </a:r>
          </a:p>
          <a:p>
            <a:pPr>
              <a:defRPr sz="2000"/>
            </a:pPr>
            <a:r>
              <a:t>Nginx (nginx:alpine)</a:t>
            </a:r>
          </a:p>
          <a:p>
            <a:pPr>
              <a:defRPr sz="2000"/>
            </a:pPr>
            <a:r>
              <a:t>Docker</a:t>
            </a:r>
          </a:p>
          <a:p>
            <a:pPr>
              <a:defRPr sz="2000"/>
            </a:pPr>
            <a:r>
              <a:t>Jenkins (Declarative)</a:t>
            </a:r>
          </a:p>
          <a:p>
            <a:pPr>
              <a:defRPr sz="2000"/>
            </a:pPr>
            <a:r>
              <a:t>Git/GitHub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 &amp;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Jenkins 2.528.2, Docker 28.2.2, Git 2.43.0</a:t>
            </a:r>
          </a:p>
          <a:p>
            <a:pPr>
              <a:defRPr sz="2000"/>
            </a:pPr>
            <a:r>
              <a:t>Windows + WSL2 (Ubuntu 24.04)</a:t>
            </a:r>
          </a:p>
          <a:p>
            <a:pPr>
              <a:defRPr sz="2000"/>
            </a:pPr>
            <a:r>
              <a:t>VS Code; PowerShell + bash</a:t>
            </a:r>
          </a:p>
          <a:p>
            <a:pPr>
              <a:defRPr sz="2000"/>
            </a:pPr>
            <a:r>
              <a:t>Optional: docker-compose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&amp;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App: index.html, styles.css, script.js</a:t>
            </a:r>
          </a:p>
          <a:p>
            <a:pPr>
              <a:defRPr sz="2000"/>
            </a:pPr>
            <a:r>
              <a:t>Pipeline: Jenkinsfile (Declarative)</a:t>
            </a:r>
          </a:p>
          <a:p>
            <a:pPr>
              <a:defRPr sz="2000"/>
            </a:pPr>
            <a:r>
              <a:t>Container: Dockerfile, docker-compose.yml</a:t>
            </a:r>
          </a:p>
          <a:p>
            <a:pPr>
              <a:defRPr sz="2000"/>
            </a:pPr>
            <a:r>
              <a:t>Scripts: validate.sh, deploy.sh (alt method)</a:t>
            </a:r>
          </a:p>
          <a:p>
            <a:pPr>
              <a:defRPr sz="2000"/>
            </a:pPr>
            <a:r>
              <a:t>Docs: README, CASE-STUDY-SUMMARY, DEPLOYMENT-GUIDE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Design (Stages)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Checkout → Build (validate.sh) → Test (validate.sh) → Deploy (docker build/run)</a:t>
            </a:r>
          </a:p>
          <a:p>
            <a:pPr>
              <a:defRPr sz="2000"/>
            </a:pPr>
            <a:r>
              <a:t>Env: DEPLOY_METHOD=docker, CONTAINER_NAME=simple-webapp-demo, WEBAPP_PORT=8090</a:t>
            </a:r>
          </a:p>
          <a:p>
            <a:pPr>
              <a:defRPr sz="2000"/>
            </a:pPr>
            <a:r>
              <a:t>dir() wrappers handle nested repo path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Setup repo, scripts; push to GitHub</a:t>
            </a:r>
          </a:p>
          <a:p>
            <a:pPr>
              <a:defRPr sz="2000"/>
            </a:pPr>
            <a:r>
              <a:t>Configure Jenkins (Pipeline from SCM; correct script path)</a:t>
            </a:r>
          </a:p>
          <a:p>
            <a:pPr>
              <a:defRPr sz="2000"/>
            </a:pPr>
            <a:r>
              <a:t>chmod +x scripts; ensure Docker access for Jenkins</a:t>
            </a:r>
          </a:p>
          <a:p>
            <a:pPr>
              <a:defRPr sz="2000"/>
            </a:pPr>
            <a:r>
              <a:t>Pre-pull nginx:alpine to avoid timeouts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Deployment Approach (Docker)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Build image: simple-webapp:latest</a:t>
            </a:r>
          </a:p>
          <a:p>
            <a:pPr>
              <a:defRPr sz="2000"/>
            </a:pPr>
            <a:r>
              <a:t>Container: simple-webapp-demo (8090→80)</a:t>
            </a:r>
          </a:p>
          <a:p>
            <a:pPr>
              <a:defRPr sz="2000"/>
            </a:pPr>
            <a:r>
              <a:t>Stop/remove old container automatically</a:t>
            </a:r>
          </a:p>
          <a:p>
            <a:pPr>
              <a:defRPr sz="2000"/>
            </a:pPr>
            <a:r>
              <a:t>Post actions verify container health and URL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Build #10: SUCCESS (4/4 stages), ~15s total</a:t>
            </a:r>
          </a:p>
          <a:p>
            <a:pPr>
              <a:defRPr sz="2000"/>
            </a:pPr>
            <a:r>
              <a:t>Image ID: e54b76dbdf5f; Container ID: 1db05a33b511</a:t>
            </a:r>
          </a:p>
          <a:p>
            <a:pPr>
              <a:defRPr sz="2000"/>
            </a:pPr>
            <a:r>
              <a:t>URL: http://localhost:8090</a:t>
            </a:r>
          </a:p>
          <a:p>
            <a:pPr>
              <a:defRPr sz="2000"/>
            </a:pPr>
            <a:r>
              <a:t>JS alert verified: ‘Hello from the Simple WebApp Jenkins CI/CD demo!’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&amp; Resolutions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Jenkinsfile path in nested dir → set Script Path + use dir()</a:t>
            </a:r>
          </a:p>
          <a:p>
            <a:pPr>
              <a:defRPr sz="2000"/>
            </a:pPr>
            <a:r>
              <a:t>Script permissions → git chmod + pipeline chmod</a:t>
            </a:r>
          </a:p>
          <a:p>
            <a:pPr>
              <a:defRPr sz="2000"/>
            </a:pPr>
            <a:r>
              <a:t>Docker permission denied → add Jenkins to docker group + restart</a:t>
            </a:r>
          </a:p>
          <a:p>
            <a:pPr>
              <a:defRPr sz="2000"/>
            </a:pPr>
            <a:r>
              <a:t>Image pull timeout → pre-cache nginx:alpine</a:t>
            </a:r>
          </a:p>
          <a:p>
            <a:pPr>
              <a:defRPr sz="2000"/>
            </a:pPr>
            <a:r>
              <a:t>Deploy method → switched from sudo copy to Docker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Lessons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Docker simplifies deployments in CI/CD</a:t>
            </a:r>
          </a:p>
          <a:p>
            <a:pPr>
              <a:defRPr sz="2000"/>
            </a:pPr>
            <a:r>
              <a:t>Repo structure impacts Jenkins configuration</a:t>
            </a:r>
          </a:p>
          <a:p>
            <a:pPr>
              <a:defRPr sz="2000"/>
            </a:pPr>
            <a:r>
              <a:t>Windows→Linux: scripts need executable bits</a:t>
            </a:r>
          </a:p>
          <a:p>
            <a:pPr>
              <a:defRPr sz="2000"/>
            </a:pPr>
            <a:r>
              <a:t>Group membership changes require service restart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 (Enhancements)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UI tests with Playwright/Puppeteer</a:t>
            </a:r>
          </a:p>
          <a:p>
            <a:pPr>
              <a:defRPr sz="2000"/>
            </a:pPr>
            <a:r>
              <a:t>Push images to registry; tag by build number</a:t>
            </a:r>
          </a:p>
          <a:p>
            <a:pPr>
              <a:defRPr sz="2000"/>
            </a:pPr>
            <a:r>
              <a:t>Blue/green or canary deployments</a:t>
            </a:r>
          </a:p>
          <a:p>
            <a:pPr>
              <a:defRPr sz="2000"/>
            </a:pPr>
            <a:r>
              <a:t>Webhook triggers; Slack/Email notifications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Screenshots (Replace placeholders)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7315200" cy="3657600"/>
          </a:xfrm>
          <a:prstGeom prst="rect">
            <a:avLst/>
          </a:prstGeom>
          <a:solidFill>
            <a:srgbClr val="E6E6E6"/>
          </a:solidFill>
          <a:ln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6949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1) Jenkins build #10 (4/4 green)  |  2) docker ps (8090→80)  |  3) Browser at http://localhost:8090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Repo: https://github.com/Punith968/simple-webapp-jenkins-ci-cd</a:t>
            </a:r>
          </a:p>
          <a:p>
            <a:pPr>
              <a:defRPr sz="2000"/>
            </a:pPr>
            <a:r>
              <a:t>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