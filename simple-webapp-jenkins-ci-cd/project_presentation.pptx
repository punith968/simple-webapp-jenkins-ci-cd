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Production-ready automation with post-deploy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a diagram later with boxes and arrows.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Jenkins user added to docker group; restarted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800" b="1">
                <a:solidFill>
                  <a:srgbClr val="1E293B"/>
                </a:solidFill>
              </a:defRPr>
            </a:pPr>
            <a:r>
              <a:t>Jenkins CI/CD for a Static Web App —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0F6CBD"/>
                </a:solidFill>
              </a:defRPr>
            </a:pPr>
            <a:r>
              <a:t>End-to-end CI/CD with Docker deployment | Punith C | Nov 13,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Goal: Automate build → test → deploy for a static site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Pipeline: Checkout, Build, Test, Deploy (4/4 green)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Deployment: Docker (nginx) on port 8090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Result: 100% success; ~15s from commit to running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Build a CI/CD pipeline for a static website (HTML/CSS/JS)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Automated validation and reliable deployment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Use Jenkins Declarative Pipeline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Prefer Docker for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Flow: Developer (GitHub) → Jenkins → Docker Image → Nginx Container → Browser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Environment: Windows host + WSL2 Ubuntu agent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Base image: nginx:alpine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HTML5, CSS3, JavaScript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Nginx (nginx:alpine)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Docker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Jenkins (Declarative)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Git/GitHub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Tools &amp;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Jenkins 2.528.2, Docker 28.2.2, Git 2.43.0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Windows + WSL2 (Ubuntu 24.04)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VS Code; PowerShell + bash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Optional: docker-compose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Repository &amp;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App: index.html, styles.css, script.js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Pipeline: Jenkinsfile (Declarative)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Container: Dockerfile, docker-compose.yml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Scripts: validate.sh, deploy.sh (alt method)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Docs: README, CASE-STUDY-SUMMARY, DEPLOYMENT-GUIDE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Pipeline Design (Stages)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Checkout → Build (validate.sh) → Test (validate.sh) → Deploy (docker build/run)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Env: DEPLOY_METHOD=docker, CONTAINER_NAME=simple-webapp-demo, WEBAPP_PORT=8090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dir() wrappers handle nested repo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Setup repo, scripts; push to GitHub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Configure Jenkins (Pipeline from SCM; correct script path)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chmod +x scripts; ensure Docker access for Jenkins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Pre-pull nginx:alpine to avoid timeouts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Deployment Approach (Docker)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Build image: simple-webapp:latest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Container: simple-webapp-demo (8090→80)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Stop/remove old container automatically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Post actions verify container health and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Results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Build #10: SUCCESS (4/4 stages), ~15s total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Image ID: e54b76dbdf5f; Container ID: 1db05a33b511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URL: http://localhost:8090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JS alert verified: ‘Hello from the Simple WebApp Jenkins CI/CD demo!’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Challenges &amp; Resolutions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Jenkinsfile path in nested dir → set Script Path + use dir()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Script permissions → git chmod + pipeline chmod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Docker permission denied → add Jenkins to docker group + restart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Image pull timeout → pre-cache nginx:alpine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Deploy method → switched from sudo copy to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Docker simplifies deployments in CI/CD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Repo structure impacts Jenkins configuration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Windows→Linux: scripts need executable bits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Group membership changes require service restart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Next Steps (Enhancements)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UI tests with Playwright/Puppeteer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Push images to registry; tag by build number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Blue/green or canary deployments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Webhook triggers; Slack/Email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Screenshot: Jenkins Build #10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solidFill>
            <a:srgbClr val="E6E6E6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Place Jenkins build screenshot here (4/4 green stages)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Screenshot: Docker Container (8090→80)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solidFill>
            <a:srgbClr val="E6E6E6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Place 'docker ps' screenshot showing simple-webapp-demo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Screenshot: App at http://localhost:8090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solidFill>
            <a:srgbClr val="E6E6E6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Place browser screenshot with JS alert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6CBD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Repo: https://github.com/Punith968/simple-webapp-jenkins-ci-cd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Questions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Punith C  |  Nov 13,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