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overview: goals, pipeline,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production-ready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high-level.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out dir() usage for nested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setup steps to avoid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Docker over sudo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concrete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with actual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what’s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Jenkins CI/CD — Static Web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Short Deck | Punith C | Nov 13,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Goal: CI/CD for static site</a:t>
            </a:r>
          </a:p>
          <a:p>
            <a:pPr>
              <a:defRPr sz="2000"/>
            </a:pPr>
            <a:r>
              <a:t>Pipeline: Checkout, Build, Test, Deploy</a:t>
            </a:r>
          </a:p>
          <a:p>
            <a:pPr>
              <a:defRPr sz="2000"/>
            </a:pPr>
            <a:r>
              <a:t>Deployment: Docker (nginx) on 8090</a:t>
            </a:r>
          </a:p>
          <a:p>
            <a:pPr>
              <a:defRPr sz="2000"/>
            </a:pPr>
            <a:r>
              <a:t>Result: 100% success; ~15s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GitHub → Jenkins → Docker Image → Nginx Container → Browser</a:t>
            </a:r>
          </a:p>
          <a:p>
            <a:pPr>
              <a:defRPr sz="2000"/>
            </a:pPr>
            <a:r>
              <a:t>Windows host; WSL2 agent</a:t>
            </a:r>
          </a:p>
          <a:p>
            <a:pPr>
              <a:defRPr sz="2000"/>
            </a:pPr>
            <a:r>
              <a:t>Base: nginx:alpine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(Declarative)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Checkout → Build (validate.sh) → Test (validate.sh) → Deploy (docker)</a:t>
            </a:r>
          </a:p>
          <a:p>
            <a:pPr>
              <a:defRPr sz="2000"/>
            </a:pPr>
            <a:r>
              <a:t>Env: DEPLOY_METHOD=docker; PORT=8090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Make scripts executable; configure Jenkins</a:t>
            </a:r>
          </a:p>
          <a:p>
            <a:pPr>
              <a:defRPr sz="2000"/>
            </a:pPr>
            <a:r>
              <a:t>Add Jenkins to docker group; restart</a:t>
            </a:r>
          </a:p>
          <a:p>
            <a:pPr>
              <a:defRPr sz="2000"/>
            </a:pPr>
            <a:r>
              <a:t>Pre-pull nginx:alpine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Image: simple-webapp:latest</a:t>
            </a:r>
          </a:p>
          <a:p>
            <a:pPr>
              <a:defRPr sz="2000"/>
            </a:pPr>
            <a:r>
              <a:t>Container: simple-webapp-demo (8090→80)</a:t>
            </a:r>
          </a:p>
          <a:p>
            <a:pPr>
              <a:defRPr sz="2000"/>
            </a:pPr>
            <a:r>
              <a:t>Auto-stop old container on redeploy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 #10: SUCCESS (4/4)</a:t>
            </a:r>
          </a:p>
          <a:p>
            <a:pPr>
              <a:defRPr sz="2000"/>
            </a:pPr>
            <a:r>
              <a:t>~15s total runtime</a:t>
            </a:r>
          </a:p>
          <a:p>
            <a:pPr>
              <a:defRPr sz="2000"/>
            </a:pPr>
            <a:r>
              <a:t>URL: http://localhost:8090</a:t>
            </a:r>
          </a:p>
          <a:p>
            <a:pPr>
              <a:defRPr sz="2000"/>
            </a:pPr>
            <a:r>
              <a:t>JS alert verified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enkins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&amp;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Docker simplifies CI/CD</a:t>
            </a:r>
          </a:p>
          <a:p>
            <a:pPr>
              <a:defRPr sz="2000"/>
            </a:pPr>
            <a:r>
              <a:t>Repo structure matters (dir(), script path)</a:t>
            </a:r>
          </a:p>
          <a:p>
            <a:pPr>
              <a:defRPr sz="2000"/>
            </a:pPr>
            <a:r>
              <a:t>Next: UI tests, registry, blue/green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Repo: github.com/Punith968/simple-webapp-jenkins-ci-cd</a:t>
            </a:r>
          </a:p>
          <a:p>
            <a:pPr>
              <a:defRPr sz="2000"/>
            </a:pPr>
            <a:r>
              <a:t>Questions welcome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